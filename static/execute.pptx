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879725" cy="1620838"/>
  <p:notesSz cx="6858000" cy="9144000"/>
  <p:defaultTextStyle>
    <a:defPPr>
      <a:defRPr lang="ja-JP"/>
    </a:defPPr>
    <a:lvl1pPr marL="0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1pPr>
    <a:lvl2pPr marL="144003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2pPr>
    <a:lvl3pPr marL="288007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3pPr>
    <a:lvl4pPr marL="432010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4pPr>
    <a:lvl5pPr marL="576013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5pPr>
    <a:lvl6pPr marL="720016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6pPr>
    <a:lvl7pPr marL="864019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7pPr>
    <a:lvl8pPr marL="1008023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8pPr>
    <a:lvl9pPr marL="1152026" algn="l" defTabSz="288007" rtl="0" eaLnBrk="1" latinLnBrk="0" hangingPunct="1">
      <a:defRPr kumimoji="1"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-2453" y="-840"/>
      </p:cViewPr>
      <p:guideLst>
        <p:guide orient="horz" pos="511"/>
        <p:guide pos="9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5980" y="503511"/>
            <a:ext cx="2447766" cy="347430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1959" y="918475"/>
            <a:ext cx="2015808" cy="4142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4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8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32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76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2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64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080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52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7479" y="1041539"/>
            <a:ext cx="2447766" cy="321916"/>
          </a:xfrm>
        </p:spPr>
        <p:txBody>
          <a:bodyPr anchor="t"/>
          <a:lstStyle>
            <a:lvl1pPr algn="l">
              <a:defRPr sz="13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27479" y="686981"/>
            <a:ext cx="2447766" cy="354558"/>
          </a:xfrm>
        </p:spPr>
        <p:txBody>
          <a:bodyPr anchor="b"/>
          <a:lstStyle>
            <a:lvl1pPr marL="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1pPr>
            <a:lvl2pPr marL="14400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88007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3pPr>
            <a:lvl4pPr marL="43201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4pPr>
            <a:lvl5pPr marL="576013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5pPr>
            <a:lvl6pPr marL="720016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6pPr>
            <a:lvl7pPr marL="864019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7pPr>
            <a:lvl8pPr marL="1008023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8pPr>
            <a:lvl9pPr marL="1152026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143986" y="378196"/>
            <a:ext cx="1271878" cy="1069678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1463861" y="378196"/>
            <a:ext cx="1271878" cy="1069678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143986" y="362813"/>
            <a:ext cx="1272379" cy="151203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44003" indent="0">
              <a:buNone/>
              <a:defRPr sz="700" b="1"/>
            </a:lvl2pPr>
            <a:lvl3pPr marL="288007" indent="0">
              <a:buNone/>
              <a:defRPr sz="600" b="1"/>
            </a:lvl3pPr>
            <a:lvl4pPr marL="432010" indent="0">
              <a:buNone/>
              <a:defRPr sz="500" b="1"/>
            </a:lvl4pPr>
            <a:lvl5pPr marL="576013" indent="0">
              <a:buNone/>
              <a:defRPr sz="500" b="1"/>
            </a:lvl5pPr>
            <a:lvl6pPr marL="720016" indent="0">
              <a:buNone/>
              <a:defRPr sz="500" b="1"/>
            </a:lvl6pPr>
            <a:lvl7pPr marL="864019" indent="0">
              <a:buNone/>
              <a:defRPr sz="500" b="1"/>
            </a:lvl7pPr>
            <a:lvl8pPr marL="1008023" indent="0">
              <a:buNone/>
              <a:defRPr sz="500" b="1"/>
            </a:lvl8pPr>
            <a:lvl9pPr marL="1152026" indent="0">
              <a:buNone/>
              <a:defRPr sz="5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143986" y="514016"/>
            <a:ext cx="1272379" cy="93385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1462861" y="362813"/>
            <a:ext cx="1272879" cy="151203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44003" indent="0">
              <a:buNone/>
              <a:defRPr sz="700" b="1"/>
            </a:lvl2pPr>
            <a:lvl3pPr marL="288007" indent="0">
              <a:buNone/>
              <a:defRPr sz="600" b="1"/>
            </a:lvl3pPr>
            <a:lvl4pPr marL="432010" indent="0">
              <a:buNone/>
              <a:defRPr sz="500" b="1"/>
            </a:lvl4pPr>
            <a:lvl5pPr marL="576013" indent="0">
              <a:buNone/>
              <a:defRPr sz="500" b="1"/>
            </a:lvl5pPr>
            <a:lvl6pPr marL="720016" indent="0">
              <a:buNone/>
              <a:defRPr sz="500" b="1"/>
            </a:lvl6pPr>
            <a:lvl7pPr marL="864019" indent="0">
              <a:buNone/>
              <a:defRPr sz="500" b="1"/>
            </a:lvl7pPr>
            <a:lvl8pPr marL="1008023" indent="0">
              <a:buNone/>
              <a:defRPr sz="500" b="1"/>
            </a:lvl8pPr>
            <a:lvl9pPr marL="1152026" indent="0">
              <a:buNone/>
              <a:defRPr sz="5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1462861" y="514016"/>
            <a:ext cx="1272879" cy="93385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3987" y="64533"/>
            <a:ext cx="947410" cy="274642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1125893" y="64533"/>
            <a:ext cx="1609846" cy="1383341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43987" y="339176"/>
            <a:ext cx="947410" cy="1108698"/>
          </a:xfrm>
        </p:spPr>
        <p:txBody>
          <a:bodyPr/>
          <a:lstStyle>
            <a:lvl1pPr marL="0" indent="0">
              <a:buNone/>
              <a:defRPr sz="500"/>
            </a:lvl1pPr>
            <a:lvl2pPr marL="144003" indent="0">
              <a:buNone/>
              <a:defRPr sz="400"/>
            </a:lvl2pPr>
            <a:lvl3pPr marL="288007" indent="0">
              <a:buNone/>
              <a:defRPr sz="300"/>
            </a:lvl3pPr>
            <a:lvl4pPr marL="432010" indent="0">
              <a:buNone/>
              <a:defRPr sz="300"/>
            </a:lvl4pPr>
            <a:lvl5pPr marL="576013" indent="0">
              <a:buNone/>
              <a:defRPr sz="300"/>
            </a:lvl5pPr>
            <a:lvl6pPr marL="720016" indent="0">
              <a:buNone/>
              <a:defRPr sz="300"/>
            </a:lvl6pPr>
            <a:lvl7pPr marL="864019" indent="0">
              <a:buNone/>
              <a:defRPr sz="300"/>
            </a:lvl7pPr>
            <a:lvl8pPr marL="1008023" indent="0">
              <a:buNone/>
              <a:defRPr sz="300"/>
            </a:lvl8pPr>
            <a:lvl9pPr marL="1152026" indent="0">
              <a:buNone/>
              <a:defRPr sz="3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4447" y="1134587"/>
            <a:ext cx="1727835" cy="133945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564447" y="144825"/>
            <a:ext cx="1727835" cy="972503"/>
          </a:xfrm>
        </p:spPr>
        <p:txBody>
          <a:bodyPr/>
          <a:lstStyle>
            <a:lvl1pPr marL="0" indent="0">
              <a:buNone/>
              <a:defRPr sz="1000"/>
            </a:lvl1pPr>
            <a:lvl2pPr marL="144003" indent="0">
              <a:buNone/>
              <a:defRPr sz="900"/>
            </a:lvl2pPr>
            <a:lvl3pPr marL="288007" indent="0">
              <a:buNone/>
              <a:defRPr sz="800"/>
            </a:lvl3pPr>
            <a:lvl4pPr marL="432010" indent="0">
              <a:buNone/>
              <a:defRPr sz="700"/>
            </a:lvl4pPr>
            <a:lvl5pPr marL="576013" indent="0">
              <a:buNone/>
              <a:defRPr sz="700"/>
            </a:lvl5pPr>
            <a:lvl6pPr marL="720016" indent="0">
              <a:buNone/>
              <a:defRPr sz="700"/>
            </a:lvl6pPr>
            <a:lvl7pPr marL="864019" indent="0">
              <a:buNone/>
              <a:defRPr sz="700"/>
            </a:lvl7pPr>
            <a:lvl8pPr marL="1008023" indent="0">
              <a:buNone/>
              <a:defRPr sz="700"/>
            </a:lvl8pPr>
            <a:lvl9pPr marL="1152026" indent="0">
              <a:buNone/>
              <a:defRPr sz="7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64447" y="1268531"/>
            <a:ext cx="1727835" cy="190223"/>
          </a:xfrm>
        </p:spPr>
        <p:txBody>
          <a:bodyPr/>
          <a:lstStyle>
            <a:lvl1pPr marL="0" indent="0">
              <a:buNone/>
              <a:defRPr sz="500"/>
            </a:lvl1pPr>
            <a:lvl2pPr marL="144003" indent="0">
              <a:buNone/>
              <a:defRPr sz="400"/>
            </a:lvl2pPr>
            <a:lvl3pPr marL="288007" indent="0">
              <a:buNone/>
              <a:defRPr sz="300"/>
            </a:lvl3pPr>
            <a:lvl4pPr marL="432010" indent="0">
              <a:buNone/>
              <a:defRPr sz="300"/>
            </a:lvl4pPr>
            <a:lvl5pPr marL="576013" indent="0">
              <a:buNone/>
              <a:defRPr sz="300"/>
            </a:lvl5pPr>
            <a:lvl6pPr marL="720016" indent="0">
              <a:buNone/>
              <a:defRPr sz="300"/>
            </a:lvl6pPr>
            <a:lvl7pPr marL="864019" indent="0">
              <a:buNone/>
              <a:defRPr sz="300"/>
            </a:lvl7pPr>
            <a:lvl8pPr marL="1008023" indent="0">
              <a:buNone/>
              <a:defRPr sz="300"/>
            </a:lvl8pPr>
            <a:lvl9pPr marL="1152026" indent="0">
              <a:buNone/>
              <a:defRPr sz="3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2087801" y="64909"/>
            <a:ext cx="647938" cy="138296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143987" y="64909"/>
            <a:ext cx="1895819" cy="138296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143987" y="64909"/>
            <a:ext cx="2591752" cy="270140"/>
          </a:xfrm>
          <a:prstGeom prst="rect">
            <a:avLst/>
          </a:prstGeom>
        </p:spPr>
        <p:txBody>
          <a:bodyPr vert="horz" lIns="28801" tIns="14400" rIns="28801" bIns="1440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143987" y="378196"/>
            <a:ext cx="2591752" cy="1069678"/>
          </a:xfrm>
          <a:prstGeom prst="rect">
            <a:avLst/>
          </a:prstGeom>
        </p:spPr>
        <p:txBody>
          <a:bodyPr vert="horz" lIns="28801" tIns="14400" rIns="28801" bIns="1440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143986" y="1502277"/>
            <a:ext cx="671936" cy="86295"/>
          </a:xfrm>
          <a:prstGeom prst="rect">
            <a:avLst/>
          </a:prstGeom>
        </p:spPr>
        <p:txBody>
          <a:bodyPr vert="horz" lIns="28801" tIns="14400" rIns="28801" bIns="1440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2024/3/11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983906" y="1502277"/>
            <a:ext cx="911913" cy="86295"/>
          </a:xfrm>
          <a:prstGeom prst="rect">
            <a:avLst/>
          </a:prstGeom>
        </p:spPr>
        <p:txBody>
          <a:bodyPr vert="horz" lIns="28801" tIns="14400" rIns="28801" bIns="1440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063803" y="1502277"/>
            <a:ext cx="671936" cy="86295"/>
          </a:xfrm>
          <a:prstGeom prst="rect">
            <a:avLst/>
          </a:prstGeom>
        </p:spPr>
        <p:txBody>
          <a:bodyPr vert="horz" lIns="28801" tIns="14400" rIns="28801" bIns="1440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88007" rtl="0" eaLnBrk="1" latinLnBrk="0" hangingPunct="1">
        <a:spcBef>
          <a:spcPct val="0"/>
        </a:spcBef>
        <a:buNone/>
        <a:defRPr kumimoji="1"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03" indent="-108003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34006" indent="-90002" algn="l" defTabSz="288007" rtl="0" eaLnBrk="1" latinLnBrk="0" hangingPunct="1">
        <a:spcBef>
          <a:spcPct val="20000"/>
        </a:spcBef>
        <a:buFont typeface="Arial" pitchFamily="34" charset="0"/>
        <a:buChar char="–"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8" indent="-72002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12" indent="-72002" algn="l" defTabSz="288007" rtl="0" eaLnBrk="1" latinLnBrk="0" hangingPunct="1">
        <a:spcBef>
          <a:spcPct val="20000"/>
        </a:spcBef>
        <a:buFont typeface="Arial" pitchFamily="34" charset="0"/>
        <a:buChar char="–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15" indent="-72002" algn="l" defTabSz="288007" rtl="0" eaLnBrk="1" latinLnBrk="0" hangingPunct="1">
        <a:spcBef>
          <a:spcPct val="20000"/>
        </a:spcBef>
        <a:buFont typeface="Arial" pitchFamily="34" charset="0"/>
        <a:buChar char="»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792018" indent="-72002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936021" indent="-72002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24" indent="-72002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224028" indent="-72002" algn="l" defTabSz="288007" rtl="0" eaLnBrk="1" latinLnBrk="0" hangingPunct="1">
        <a:spcBef>
          <a:spcPct val="20000"/>
        </a:spcBef>
        <a:buFont typeface="Arial" pitchFamily="34" charset="0"/>
        <a:buChar char="•"/>
        <a:defRPr kumimoji="1"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3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07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10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576013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16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864019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08023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152026" algn="l" defTabSz="288007" rtl="0" eaLnBrk="1" latinLnBrk="0" hangingPunct="1">
        <a:defRPr kumimoji="1"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6124" y="23311"/>
            <a:ext cx="2829736" cy="157793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1" tIns="14400" rIns="28801" bIns="14400"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78008" y="57279"/>
            <a:ext cx="2520377" cy="1506409"/>
          </a:xfrm>
          <a:prstGeom prst="rect">
            <a:avLst/>
          </a:prstGeom>
          <a:noFill/>
        </p:spPr>
        <p:txBody>
          <a:bodyPr wrap="none" lIns="28801" tIns="14400" rIns="28801" bIns="14400" rtlCol="0">
            <a:spAutoFit/>
          </a:bodyPr>
          <a:lstStyle/>
          <a:p>
            <a:r>
              <a:rPr lang="ja-JP" altLang="en-US" sz="9600" dirty="0" smtClean="0">
                <a:solidFill>
                  <a:srgbClr val="FF6100"/>
                </a:solidFill>
              </a:rPr>
              <a:t>実行</a:t>
            </a:r>
            <a:endParaRPr lang="ja-JP" altLang="en-US" sz="9600" dirty="0">
              <a:solidFill>
                <a:srgbClr val="FF61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ユーザー設定</PresentationFormat>
  <Paragraphs>1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スライド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木暮hiro</dc:creator>
  <cp:lastModifiedBy>木暮宏光</cp:lastModifiedBy>
  <cp:revision>2</cp:revision>
  <dcterms:created xsi:type="dcterms:W3CDTF">2024-03-11T13:54:23Z</dcterms:created>
  <dcterms:modified xsi:type="dcterms:W3CDTF">2024-03-11T14:05:20Z</dcterms:modified>
</cp:coreProperties>
</file>